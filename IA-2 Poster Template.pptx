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image12.jpg" ContentType="image/pn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3"/>
  </p:notesMasterIdLst>
  <p:sldIdLst>
    <p:sldId id="258" r:id="rId2"/>
  </p:sldIdLst>
  <p:sldSz cx="21388388" cy="30275213"/>
  <p:notesSz cx="6715125" cy="923925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58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58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58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58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58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58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58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58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58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424" userDrawn="1">
          <p15:clr>
            <a:srgbClr val="A4A3A4"/>
          </p15:clr>
        </p15:guide>
        <p15:guide id="2" orient="horz" pos="18574" userDrawn="1">
          <p15:clr>
            <a:srgbClr val="A4A3A4"/>
          </p15:clr>
        </p15:guide>
        <p15:guide id="3" orient="horz" pos="1975" userDrawn="1">
          <p15:clr>
            <a:srgbClr val="A4A3A4"/>
          </p15:clr>
        </p15:guide>
        <p15:guide id="4" pos="673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BB7FF"/>
    <a:srgbClr val="92D050"/>
    <a:srgbClr val="FFCA29"/>
    <a:srgbClr val="94C91D"/>
    <a:srgbClr val="F6F6F6"/>
    <a:srgbClr val="CC99FF"/>
    <a:srgbClr val="FF7C80"/>
    <a:srgbClr val="CF6C95"/>
    <a:srgbClr val="D973BC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329" autoAdjust="0"/>
    <p:restoredTop sz="94660"/>
  </p:normalViewPr>
  <p:slideViewPr>
    <p:cSldViewPr snapToGrid="0" showGuides="1">
      <p:cViewPr>
        <p:scale>
          <a:sx n="33" d="100"/>
          <a:sy n="33" d="100"/>
        </p:scale>
        <p:origin x="3210" y="78"/>
      </p:cViewPr>
      <p:guideLst>
        <p:guide orient="horz" pos="4424"/>
        <p:guide orient="horz" pos="18574"/>
        <p:guide orient="horz" pos="1975"/>
        <p:guide pos="673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0988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03650" y="0"/>
            <a:ext cx="290988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133600" y="692150"/>
            <a:ext cx="2449513" cy="34655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1513" y="4389438"/>
            <a:ext cx="5372100" cy="4157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75700"/>
            <a:ext cx="290988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 alt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03650" y="8775700"/>
            <a:ext cx="290988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765DA07E-465E-4553-A51E-2A5FA60BC03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1165477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EA5354E-EB7A-4613-837A-B85956EC7E31}" type="slidenum">
              <a:rPr lang="en-US" altLang="en-US"/>
              <a:pPr/>
              <a:t>1</a:t>
            </a:fld>
            <a:endParaRPr lang="en-US" altLang="en-US"/>
          </a:p>
        </p:txBody>
      </p:sp>
      <p:sp>
        <p:nvSpPr>
          <p:cNvPr id="4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33600" y="692150"/>
            <a:ext cx="2449513" cy="3465513"/>
          </a:xfrm>
          <a:ln/>
        </p:spPr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286262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73549" y="4954765"/>
            <a:ext cx="16041291" cy="10540259"/>
          </a:xfrm>
        </p:spPr>
        <p:txBody>
          <a:bodyPr anchor="b"/>
          <a:lstStyle>
            <a:lvl1pPr algn="ctr">
              <a:defRPr sz="10526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3549" y="15901497"/>
            <a:ext cx="16041291" cy="7309499"/>
          </a:xfrm>
        </p:spPr>
        <p:txBody>
          <a:bodyPr/>
          <a:lstStyle>
            <a:lvl1pPr marL="0" indent="0" algn="ctr">
              <a:buNone/>
              <a:defRPr sz="4210"/>
            </a:lvl1pPr>
            <a:lvl2pPr marL="802066" indent="0" algn="ctr">
              <a:buNone/>
              <a:defRPr sz="3509"/>
            </a:lvl2pPr>
            <a:lvl3pPr marL="1604132" indent="0" algn="ctr">
              <a:buNone/>
              <a:defRPr sz="3158"/>
            </a:lvl3pPr>
            <a:lvl4pPr marL="2406198" indent="0" algn="ctr">
              <a:buNone/>
              <a:defRPr sz="2807"/>
            </a:lvl4pPr>
            <a:lvl5pPr marL="3208264" indent="0" algn="ctr">
              <a:buNone/>
              <a:defRPr sz="2807"/>
            </a:lvl5pPr>
            <a:lvl6pPr marL="4010330" indent="0" algn="ctr">
              <a:buNone/>
              <a:defRPr sz="2807"/>
            </a:lvl6pPr>
            <a:lvl7pPr marL="4812396" indent="0" algn="ctr">
              <a:buNone/>
              <a:defRPr sz="2807"/>
            </a:lvl7pPr>
            <a:lvl8pPr marL="5614462" indent="0" algn="ctr">
              <a:buNone/>
              <a:defRPr sz="2807"/>
            </a:lvl8pPr>
            <a:lvl9pPr marL="6416528" indent="0" algn="ctr">
              <a:buNone/>
              <a:defRPr sz="2807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A7A7B-B71A-428D-833F-0F3507A6DB13}" type="datetimeFigureOut">
              <a:rPr lang="en-US" smtClean="0"/>
              <a:t>4/11/2026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9839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65307-640F-4AE7-B0BE-50C709AD86C5}" type="datetimeFigureOut">
              <a:rPr lang="en-US" smtClean="0"/>
              <a:t>4/11/2026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814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9312" y="7547783"/>
            <a:ext cx="18447485" cy="12593645"/>
          </a:xfrm>
        </p:spPr>
        <p:txBody>
          <a:bodyPr anchor="b"/>
          <a:lstStyle>
            <a:lvl1pPr>
              <a:defRPr sz="10526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9312" y="20260569"/>
            <a:ext cx="18447485" cy="6622701"/>
          </a:xfrm>
        </p:spPr>
        <p:txBody>
          <a:bodyPr/>
          <a:lstStyle>
            <a:lvl1pPr marL="0" indent="0">
              <a:buNone/>
              <a:defRPr sz="4210">
                <a:solidFill>
                  <a:schemeClr val="tx1">
                    <a:tint val="75000"/>
                  </a:schemeClr>
                </a:solidFill>
              </a:defRPr>
            </a:lvl1pPr>
            <a:lvl2pPr marL="802066" indent="0">
              <a:buNone/>
              <a:defRPr sz="3509">
                <a:solidFill>
                  <a:schemeClr val="tx1">
                    <a:tint val="75000"/>
                  </a:schemeClr>
                </a:solidFill>
              </a:defRPr>
            </a:lvl2pPr>
            <a:lvl3pPr marL="1604132" indent="0">
              <a:buNone/>
              <a:defRPr sz="3158">
                <a:solidFill>
                  <a:schemeClr val="tx1">
                    <a:tint val="75000"/>
                  </a:schemeClr>
                </a:solidFill>
              </a:defRPr>
            </a:lvl3pPr>
            <a:lvl4pPr marL="2406198" indent="0">
              <a:buNone/>
              <a:defRPr sz="2807">
                <a:solidFill>
                  <a:schemeClr val="tx1">
                    <a:tint val="75000"/>
                  </a:schemeClr>
                </a:solidFill>
              </a:defRPr>
            </a:lvl4pPr>
            <a:lvl5pPr marL="3208264" indent="0">
              <a:buNone/>
              <a:defRPr sz="2807">
                <a:solidFill>
                  <a:schemeClr val="tx1">
                    <a:tint val="75000"/>
                  </a:schemeClr>
                </a:solidFill>
              </a:defRPr>
            </a:lvl5pPr>
            <a:lvl6pPr marL="4010330" indent="0">
              <a:buNone/>
              <a:defRPr sz="2807">
                <a:solidFill>
                  <a:schemeClr val="tx1">
                    <a:tint val="75000"/>
                  </a:schemeClr>
                </a:solidFill>
              </a:defRPr>
            </a:lvl6pPr>
            <a:lvl7pPr marL="4812396" indent="0">
              <a:buNone/>
              <a:defRPr sz="2807">
                <a:solidFill>
                  <a:schemeClr val="tx1">
                    <a:tint val="75000"/>
                  </a:schemeClr>
                </a:solidFill>
              </a:defRPr>
            </a:lvl7pPr>
            <a:lvl8pPr marL="5614462" indent="0">
              <a:buNone/>
              <a:defRPr sz="2807">
                <a:solidFill>
                  <a:schemeClr val="tx1">
                    <a:tint val="75000"/>
                  </a:schemeClr>
                </a:solidFill>
              </a:defRPr>
            </a:lvl8pPr>
            <a:lvl9pPr marL="6416528" indent="0">
              <a:buNone/>
              <a:defRPr sz="280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EA1F9-1F0F-4C65-8F6E-9729B924AAAC}" type="datetimeFigureOut">
              <a:rPr lang="en-US" smtClean="0"/>
              <a:t>4/11/2026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9327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0452" y="8059374"/>
            <a:ext cx="9090065" cy="192093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27871" y="8059374"/>
            <a:ext cx="9090065" cy="192093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278E8-5F4B-47D5-A617-8CCDF75D6A33}" type="datetimeFigureOut">
              <a:rPr lang="en-US" smtClean="0"/>
              <a:t>4/11/2026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8913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237" y="1611877"/>
            <a:ext cx="18447485" cy="585180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3238" y="7421634"/>
            <a:ext cx="9048290" cy="3637228"/>
          </a:xfrm>
        </p:spPr>
        <p:txBody>
          <a:bodyPr anchor="b"/>
          <a:lstStyle>
            <a:lvl1pPr marL="0" indent="0">
              <a:buNone/>
              <a:defRPr sz="4210" b="1"/>
            </a:lvl1pPr>
            <a:lvl2pPr marL="802066" indent="0">
              <a:buNone/>
              <a:defRPr sz="3509" b="1"/>
            </a:lvl2pPr>
            <a:lvl3pPr marL="1604132" indent="0">
              <a:buNone/>
              <a:defRPr sz="3158" b="1"/>
            </a:lvl3pPr>
            <a:lvl4pPr marL="2406198" indent="0">
              <a:buNone/>
              <a:defRPr sz="2807" b="1"/>
            </a:lvl4pPr>
            <a:lvl5pPr marL="3208264" indent="0">
              <a:buNone/>
              <a:defRPr sz="2807" b="1"/>
            </a:lvl5pPr>
            <a:lvl6pPr marL="4010330" indent="0">
              <a:buNone/>
              <a:defRPr sz="2807" b="1"/>
            </a:lvl6pPr>
            <a:lvl7pPr marL="4812396" indent="0">
              <a:buNone/>
              <a:defRPr sz="2807" b="1"/>
            </a:lvl7pPr>
            <a:lvl8pPr marL="5614462" indent="0">
              <a:buNone/>
              <a:defRPr sz="2807" b="1"/>
            </a:lvl8pPr>
            <a:lvl9pPr marL="6416528" indent="0">
              <a:buNone/>
              <a:defRPr sz="28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73238" y="11058863"/>
            <a:ext cx="9048290" cy="162659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27871" y="7421634"/>
            <a:ext cx="9092851" cy="3637228"/>
          </a:xfrm>
        </p:spPr>
        <p:txBody>
          <a:bodyPr anchor="b"/>
          <a:lstStyle>
            <a:lvl1pPr marL="0" indent="0">
              <a:buNone/>
              <a:defRPr sz="4210" b="1"/>
            </a:lvl1pPr>
            <a:lvl2pPr marL="802066" indent="0">
              <a:buNone/>
              <a:defRPr sz="3509" b="1"/>
            </a:lvl2pPr>
            <a:lvl3pPr marL="1604132" indent="0">
              <a:buNone/>
              <a:defRPr sz="3158" b="1"/>
            </a:lvl3pPr>
            <a:lvl4pPr marL="2406198" indent="0">
              <a:buNone/>
              <a:defRPr sz="2807" b="1"/>
            </a:lvl4pPr>
            <a:lvl5pPr marL="3208264" indent="0">
              <a:buNone/>
              <a:defRPr sz="2807" b="1"/>
            </a:lvl5pPr>
            <a:lvl6pPr marL="4010330" indent="0">
              <a:buNone/>
              <a:defRPr sz="2807" b="1"/>
            </a:lvl6pPr>
            <a:lvl7pPr marL="4812396" indent="0">
              <a:buNone/>
              <a:defRPr sz="2807" b="1"/>
            </a:lvl7pPr>
            <a:lvl8pPr marL="5614462" indent="0">
              <a:buNone/>
              <a:defRPr sz="2807" b="1"/>
            </a:lvl8pPr>
            <a:lvl9pPr marL="6416528" indent="0">
              <a:buNone/>
              <a:defRPr sz="28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27871" y="11058863"/>
            <a:ext cx="9092851" cy="162659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AFA52-7A21-407F-8339-40DF182D7460}" type="datetimeFigureOut">
              <a:rPr lang="en-US" smtClean="0"/>
              <a:t>4/11/2026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0664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70335-1C1A-4243-9BDD-9630C417D284}" type="datetimeFigureOut">
              <a:rPr lang="en-US" smtClean="0"/>
              <a:t>4/11/2026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3502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1513F-8EBD-4612-96F4-CC3E309609AF}" type="datetimeFigureOut">
              <a:rPr lang="en-US" smtClean="0"/>
              <a:t>4/11/2026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058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238" y="2018348"/>
            <a:ext cx="6898311" cy="7064216"/>
          </a:xfrm>
        </p:spPr>
        <p:txBody>
          <a:bodyPr anchor="b"/>
          <a:lstStyle>
            <a:lvl1pPr>
              <a:defRPr sz="5614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92851" y="4359072"/>
            <a:ext cx="10827871" cy="21515024"/>
          </a:xfrm>
        </p:spPr>
        <p:txBody>
          <a:bodyPr/>
          <a:lstStyle>
            <a:lvl1pPr>
              <a:defRPr sz="5614"/>
            </a:lvl1pPr>
            <a:lvl2pPr>
              <a:defRPr sz="4912"/>
            </a:lvl2pPr>
            <a:lvl3pPr>
              <a:defRPr sz="4210"/>
            </a:lvl3pPr>
            <a:lvl4pPr>
              <a:defRPr sz="3509"/>
            </a:lvl4pPr>
            <a:lvl5pPr>
              <a:defRPr sz="3509"/>
            </a:lvl5pPr>
            <a:lvl6pPr>
              <a:defRPr sz="3509"/>
            </a:lvl6pPr>
            <a:lvl7pPr>
              <a:defRPr sz="3509"/>
            </a:lvl7pPr>
            <a:lvl8pPr>
              <a:defRPr sz="3509"/>
            </a:lvl8pPr>
            <a:lvl9pPr>
              <a:defRPr sz="350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238" y="9082564"/>
            <a:ext cx="6898311" cy="16826573"/>
          </a:xfrm>
        </p:spPr>
        <p:txBody>
          <a:bodyPr/>
          <a:lstStyle>
            <a:lvl1pPr marL="0" indent="0">
              <a:buNone/>
              <a:defRPr sz="2807"/>
            </a:lvl1pPr>
            <a:lvl2pPr marL="802066" indent="0">
              <a:buNone/>
              <a:defRPr sz="2456"/>
            </a:lvl2pPr>
            <a:lvl3pPr marL="1604132" indent="0">
              <a:buNone/>
              <a:defRPr sz="2105"/>
            </a:lvl3pPr>
            <a:lvl4pPr marL="2406198" indent="0">
              <a:buNone/>
              <a:defRPr sz="1754"/>
            </a:lvl4pPr>
            <a:lvl5pPr marL="3208264" indent="0">
              <a:buNone/>
              <a:defRPr sz="1754"/>
            </a:lvl5pPr>
            <a:lvl6pPr marL="4010330" indent="0">
              <a:buNone/>
              <a:defRPr sz="1754"/>
            </a:lvl6pPr>
            <a:lvl7pPr marL="4812396" indent="0">
              <a:buNone/>
              <a:defRPr sz="1754"/>
            </a:lvl7pPr>
            <a:lvl8pPr marL="5614462" indent="0">
              <a:buNone/>
              <a:defRPr sz="1754"/>
            </a:lvl8pPr>
            <a:lvl9pPr marL="6416528" indent="0">
              <a:buNone/>
              <a:defRPr sz="175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483A1-31A8-47A2-AB0A-53A7803D5EBF}" type="datetimeFigureOut">
              <a:rPr lang="en-US" smtClean="0"/>
              <a:t>4/11/2026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0272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238" y="2018348"/>
            <a:ext cx="6898311" cy="7064216"/>
          </a:xfrm>
        </p:spPr>
        <p:txBody>
          <a:bodyPr anchor="b"/>
          <a:lstStyle>
            <a:lvl1pPr>
              <a:defRPr sz="5614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9092851" y="4359072"/>
            <a:ext cx="10827871" cy="21515024"/>
          </a:xfrm>
        </p:spPr>
        <p:txBody>
          <a:bodyPr/>
          <a:lstStyle>
            <a:lvl1pPr marL="0" indent="0">
              <a:buNone/>
              <a:defRPr sz="5614"/>
            </a:lvl1pPr>
            <a:lvl2pPr marL="802066" indent="0">
              <a:buNone/>
              <a:defRPr sz="4912"/>
            </a:lvl2pPr>
            <a:lvl3pPr marL="1604132" indent="0">
              <a:buNone/>
              <a:defRPr sz="4210"/>
            </a:lvl3pPr>
            <a:lvl4pPr marL="2406198" indent="0">
              <a:buNone/>
              <a:defRPr sz="3509"/>
            </a:lvl4pPr>
            <a:lvl5pPr marL="3208264" indent="0">
              <a:buNone/>
              <a:defRPr sz="3509"/>
            </a:lvl5pPr>
            <a:lvl6pPr marL="4010330" indent="0">
              <a:buNone/>
              <a:defRPr sz="3509"/>
            </a:lvl6pPr>
            <a:lvl7pPr marL="4812396" indent="0">
              <a:buNone/>
              <a:defRPr sz="3509"/>
            </a:lvl7pPr>
            <a:lvl8pPr marL="5614462" indent="0">
              <a:buNone/>
              <a:defRPr sz="3509"/>
            </a:lvl8pPr>
            <a:lvl9pPr marL="6416528" indent="0">
              <a:buNone/>
              <a:defRPr sz="3509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238" y="9082564"/>
            <a:ext cx="6898311" cy="16826573"/>
          </a:xfrm>
        </p:spPr>
        <p:txBody>
          <a:bodyPr/>
          <a:lstStyle>
            <a:lvl1pPr marL="0" indent="0">
              <a:buNone/>
              <a:defRPr sz="2807"/>
            </a:lvl1pPr>
            <a:lvl2pPr marL="802066" indent="0">
              <a:buNone/>
              <a:defRPr sz="2456"/>
            </a:lvl2pPr>
            <a:lvl3pPr marL="1604132" indent="0">
              <a:buNone/>
              <a:defRPr sz="2105"/>
            </a:lvl3pPr>
            <a:lvl4pPr marL="2406198" indent="0">
              <a:buNone/>
              <a:defRPr sz="1754"/>
            </a:lvl4pPr>
            <a:lvl5pPr marL="3208264" indent="0">
              <a:buNone/>
              <a:defRPr sz="1754"/>
            </a:lvl5pPr>
            <a:lvl6pPr marL="4010330" indent="0">
              <a:buNone/>
              <a:defRPr sz="1754"/>
            </a:lvl6pPr>
            <a:lvl7pPr marL="4812396" indent="0">
              <a:buNone/>
              <a:defRPr sz="1754"/>
            </a:lvl7pPr>
            <a:lvl8pPr marL="5614462" indent="0">
              <a:buNone/>
              <a:defRPr sz="1754"/>
            </a:lvl8pPr>
            <a:lvl9pPr marL="6416528" indent="0">
              <a:buNone/>
              <a:defRPr sz="175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810B9-2C7C-4CAF-99E2-617AE20BA331}" type="datetimeFigureOut">
              <a:rPr lang="en-US" smtClean="0"/>
              <a:t>4/11/2026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228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8F9EB-9D34-4B41-B66C-5FAF50876D2D}" type="datetimeFigureOut">
              <a:rPr lang="en-US" smtClean="0"/>
              <a:t>4/11/2026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93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306065" y="1611875"/>
            <a:ext cx="4611871" cy="256568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0451" y="1611875"/>
            <a:ext cx="13568259" cy="256568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89A26-CAA1-4690-8C1F-1641B1B97745}" type="datetimeFigureOut">
              <a:rPr lang="en-US" smtClean="0"/>
              <a:t>4/11/2026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9018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70452" y="1611877"/>
            <a:ext cx="18447485" cy="58518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0452" y="8059374"/>
            <a:ext cx="18447485" cy="192093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70452" y="28060639"/>
            <a:ext cx="4812387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0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E93E0A-5177-400C-87C9-C93AF466EC49}" type="datetimeFigureOut">
              <a:rPr lang="en-US" smtClean="0"/>
              <a:t>4/11/2026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084904" y="28060639"/>
            <a:ext cx="7218581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0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105549" y="28060639"/>
            <a:ext cx="4812387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0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917615-2DB4-4DAA-9DE3-B2B689A846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123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/>
  <p:txStyles>
    <p:titleStyle>
      <a:lvl1pPr algn="l" defTabSz="1604132" rtl="0" eaLnBrk="1" latinLnBrk="0" hangingPunct="1">
        <a:lnSpc>
          <a:spcPct val="90000"/>
        </a:lnSpc>
        <a:spcBef>
          <a:spcPct val="0"/>
        </a:spcBef>
        <a:buNone/>
        <a:defRPr sz="771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01033" indent="-401033" algn="l" defTabSz="1604132" rtl="0" eaLnBrk="1" latinLnBrk="0" hangingPunct="1">
        <a:lnSpc>
          <a:spcPct val="90000"/>
        </a:lnSpc>
        <a:spcBef>
          <a:spcPts val="1754"/>
        </a:spcBef>
        <a:buFont typeface="Arial" panose="020B0604020202020204" pitchFamily="34" charset="0"/>
        <a:buChar char="•"/>
        <a:defRPr sz="4912" kern="1200">
          <a:solidFill>
            <a:schemeClr val="tx1"/>
          </a:solidFill>
          <a:latin typeface="+mn-lt"/>
          <a:ea typeface="+mn-ea"/>
          <a:cs typeface="+mn-cs"/>
        </a:defRPr>
      </a:lvl1pPr>
      <a:lvl2pPr marL="1203099" indent="-401033" algn="l" defTabSz="1604132" rtl="0" eaLnBrk="1" latinLnBrk="0" hangingPunct="1">
        <a:lnSpc>
          <a:spcPct val="90000"/>
        </a:lnSpc>
        <a:spcBef>
          <a:spcPts val="877"/>
        </a:spcBef>
        <a:buFont typeface="Arial" panose="020B0604020202020204" pitchFamily="34" charset="0"/>
        <a:buChar char="•"/>
        <a:defRPr sz="4210" kern="1200">
          <a:solidFill>
            <a:schemeClr val="tx1"/>
          </a:solidFill>
          <a:latin typeface="+mn-lt"/>
          <a:ea typeface="+mn-ea"/>
          <a:cs typeface="+mn-cs"/>
        </a:defRPr>
      </a:lvl2pPr>
      <a:lvl3pPr marL="2005165" indent="-401033" algn="l" defTabSz="1604132" rtl="0" eaLnBrk="1" latinLnBrk="0" hangingPunct="1">
        <a:lnSpc>
          <a:spcPct val="90000"/>
        </a:lnSpc>
        <a:spcBef>
          <a:spcPts val="877"/>
        </a:spcBef>
        <a:buFont typeface="Arial" panose="020B0604020202020204" pitchFamily="34" charset="0"/>
        <a:buChar char="•"/>
        <a:defRPr sz="3509" kern="1200">
          <a:solidFill>
            <a:schemeClr val="tx1"/>
          </a:solidFill>
          <a:latin typeface="+mn-lt"/>
          <a:ea typeface="+mn-ea"/>
          <a:cs typeface="+mn-cs"/>
        </a:defRPr>
      </a:lvl3pPr>
      <a:lvl4pPr marL="2807231" indent="-401033" algn="l" defTabSz="1604132" rtl="0" eaLnBrk="1" latinLnBrk="0" hangingPunct="1">
        <a:lnSpc>
          <a:spcPct val="90000"/>
        </a:lnSpc>
        <a:spcBef>
          <a:spcPts val="877"/>
        </a:spcBef>
        <a:buFont typeface="Arial" panose="020B0604020202020204" pitchFamily="34" charset="0"/>
        <a:buChar char="•"/>
        <a:defRPr sz="3158" kern="1200">
          <a:solidFill>
            <a:schemeClr val="tx1"/>
          </a:solidFill>
          <a:latin typeface="+mn-lt"/>
          <a:ea typeface="+mn-ea"/>
          <a:cs typeface="+mn-cs"/>
        </a:defRPr>
      </a:lvl4pPr>
      <a:lvl5pPr marL="3609297" indent="-401033" algn="l" defTabSz="1604132" rtl="0" eaLnBrk="1" latinLnBrk="0" hangingPunct="1">
        <a:lnSpc>
          <a:spcPct val="90000"/>
        </a:lnSpc>
        <a:spcBef>
          <a:spcPts val="877"/>
        </a:spcBef>
        <a:buFont typeface="Arial" panose="020B0604020202020204" pitchFamily="34" charset="0"/>
        <a:buChar char="•"/>
        <a:defRPr sz="3158" kern="1200">
          <a:solidFill>
            <a:schemeClr val="tx1"/>
          </a:solidFill>
          <a:latin typeface="+mn-lt"/>
          <a:ea typeface="+mn-ea"/>
          <a:cs typeface="+mn-cs"/>
        </a:defRPr>
      </a:lvl5pPr>
      <a:lvl6pPr marL="4411363" indent="-401033" algn="l" defTabSz="1604132" rtl="0" eaLnBrk="1" latinLnBrk="0" hangingPunct="1">
        <a:lnSpc>
          <a:spcPct val="90000"/>
        </a:lnSpc>
        <a:spcBef>
          <a:spcPts val="877"/>
        </a:spcBef>
        <a:buFont typeface="Arial" panose="020B0604020202020204" pitchFamily="34" charset="0"/>
        <a:buChar char="•"/>
        <a:defRPr sz="3158" kern="1200">
          <a:solidFill>
            <a:schemeClr val="tx1"/>
          </a:solidFill>
          <a:latin typeface="+mn-lt"/>
          <a:ea typeface="+mn-ea"/>
          <a:cs typeface="+mn-cs"/>
        </a:defRPr>
      </a:lvl6pPr>
      <a:lvl7pPr marL="5213429" indent="-401033" algn="l" defTabSz="1604132" rtl="0" eaLnBrk="1" latinLnBrk="0" hangingPunct="1">
        <a:lnSpc>
          <a:spcPct val="90000"/>
        </a:lnSpc>
        <a:spcBef>
          <a:spcPts val="877"/>
        </a:spcBef>
        <a:buFont typeface="Arial" panose="020B0604020202020204" pitchFamily="34" charset="0"/>
        <a:buChar char="•"/>
        <a:defRPr sz="3158" kern="1200">
          <a:solidFill>
            <a:schemeClr val="tx1"/>
          </a:solidFill>
          <a:latin typeface="+mn-lt"/>
          <a:ea typeface="+mn-ea"/>
          <a:cs typeface="+mn-cs"/>
        </a:defRPr>
      </a:lvl7pPr>
      <a:lvl8pPr marL="6015495" indent="-401033" algn="l" defTabSz="1604132" rtl="0" eaLnBrk="1" latinLnBrk="0" hangingPunct="1">
        <a:lnSpc>
          <a:spcPct val="90000"/>
        </a:lnSpc>
        <a:spcBef>
          <a:spcPts val="877"/>
        </a:spcBef>
        <a:buFont typeface="Arial" panose="020B0604020202020204" pitchFamily="34" charset="0"/>
        <a:buChar char="•"/>
        <a:defRPr sz="3158" kern="1200">
          <a:solidFill>
            <a:schemeClr val="tx1"/>
          </a:solidFill>
          <a:latin typeface="+mn-lt"/>
          <a:ea typeface="+mn-ea"/>
          <a:cs typeface="+mn-cs"/>
        </a:defRPr>
      </a:lvl8pPr>
      <a:lvl9pPr marL="6817561" indent="-401033" algn="l" defTabSz="1604132" rtl="0" eaLnBrk="1" latinLnBrk="0" hangingPunct="1">
        <a:lnSpc>
          <a:spcPct val="90000"/>
        </a:lnSpc>
        <a:spcBef>
          <a:spcPts val="877"/>
        </a:spcBef>
        <a:buFont typeface="Arial" panose="020B0604020202020204" pitchFamily="34" charset="0"/>
        <a:buChar char="•"/>
        <a:defRPr sz="315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604132" rtl="0" eaLnBrk="1" latinLnBrk="0" hangingPunct="1">
        <a:defRPr sz="3158" kern="1200">
          <a:solidFill>
            <a:schemeClr val="tx1"/>
          </a:solidFill>
          <a:latin typeface="+mn-lt"/>
          <a:ea typeface="+mn-ea"/>
          <a:cs typeface="+mn-cs"/>
        </a:defRPr>
      </a:lvl1pPr>
      <a:lvl2pPr marL="802066" algn="l" defTabSz="1604132" rtl="0" eaLnBrk="1" latinLnBrk="0" hangingPunct="1">
        <a:defRPr sz="3158" kern="1200">
          <a:solidFill>
            <a:schemeClr val="tx1"/>
          </a:solidFill>
          <a:latin typeface="+mn-lt"/>
          <a:ea typeface="+mn-ea"/>
          <a:cs typeface="+mn-cs"/>
        </a:defRPr>
      </a:lvl2pPr>
      <a:lvl3pPr marL="1604132" algn="l" defTabSz="1604132" rtl="0" eaLnBrk="1" latinLnBrk="0" hangingPunct="1">
        <a:defRPr sz="3158" kern="1200">
          <a:solidFill>
            <a:schemeClr val="tx1"/>
          </a:solidFill>
          <a:latin typeface="+mn-lt"/>
          <a:ea typeface="+mn-ea"/>
          <a:cs typeface="+mn-cs"/>
        </a:defRPr>
      </a:lvl3pPr>
      <a:lvl4pPr marL="2406198" algn="l" defTabSz="1604132" rtl="0" eaLnBrk="1" latinLnBrk="0" hangingPunct="1">
        <a:defRPr sz="3158" kern="1200">
          <a:solidFill>
            <a:schemeClr val="tx1"/>
          </a:solidFill>
          <a:latin typeface="+mn-lt"/>
          <a:ea typeface="+mn-ea"/>
          <a:cs typeface="+mn-cs"/>
        </a:defRPr>
      </a:lvl4pPr>
      <a:lvl5pPr marL="3208264" algn="l" defTabSz="1604132" rtl="0" eaLnBrk="1" latinLnBrk="0" hangingPunct="1">
        <a:defRPr sz="3158" kern="1200">
          <a:solidFill>
            <a:schemeClr val="tx1"/>
          </a:solidFill>
          <a:latin typeface="+mn-lt"/>
          <a:ea typeface="+mn-ea"/>
          <a:cs typeface="+mn-cs"/>
        </a:defRPr>
      </a:lvl5pPr>
      <a:lvl6pPr marL="4010330" algn="l" defTabSz="1604132" rtl="0" eaLnBrk="1" latinLnBrk="0" hangingPunct="1">
        <a:defRPr sz="3158" kern="1200">
          <a:solidFill>
            <a:schemeClr val="tx1"/>
          </a:solidFill>
          <a:latin typeface="+mn-lt"/>
          <a:ea typeface="+mn-ea"/>
          <a:cs typeface="+mn-cs"/>
        </a:defRPr>
      </a:lvl6pPr>
      <a:lvl7pPr marL="4812396" algn="l" defTabSz="1604132" rtl="0" eaLnBrk="1" latinLnBrk="0" hangingPunct="1">
        <a:defRPr sz="3158" kern="1200">
          <a:solidFill>
            <a:schemeClr val="tx1"/>
          </a:solidFill>
          <a:latin typeface="+mn-lt"/>
          <a:ea typeface="+mn-ea"/>
          <a:cs typeface="+mn-cs"/>
        </a:defRPr>
      </a:lvl7pPr>
      <a:lvl8pPr marL="5614462" algn="l" defTabSz="1604132" rtl="0" eaLnBrk="1" latinLnBrk="0" hangingPunct="1">
        <a:defRPr sz="3158" kern="1200">
          <a:solidFill>
            <a:schemeClr val="tx1"/>
          </a:solidFill>
          <a:latin typeface="+mn-lt"/>
          <a:ea typeface="+mn-ea"/>
          <a:cs typeface="+mn-cs"/>
        </a:defRPr>
      </a:lvl8pPr>
      <a:lvl9pPr marL="6416528" algn="l" defTabSz="1604132" rtl="0" eaLnBrk="1" latinLnBrk="0" hangingPunct="1">
        <a:defRPr sz="315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g"/><Relationship Id="rId13" Type="http://schemas.openxmlformats.org/officeDocument/2006/relationships/image" Target="../media/image10.png"/><Relationship Id="rId1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12" Type="http://schemas.openxmlformats.org/officeDocument/2006/relationships/image" Target="../media/image9.png"/><Relationship Id="rId17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eg"/><Relationship Id="rId11" Type="http://schemas.openxmlformats.org/officeDocument/2006/relationships/image" Target="../media/image8.png"/><Relationship Id="rId5" Type="http://schemas.openxmlformats.org/officeDocument/2006/relationships/hyperlink" Target="https://doi.org/10.3390/drones9090625" TargetMode="External"/><Relationship Id="rId15" Type="http://schemas.openxmlformats.org/officeDocument/2006/relationships/image" Target="../media/image12.jpg"/><Relationship Id="rId10" Type="http://schemas.openxmlformats.org/officeDocument/2006/relationships/image" Target="../media/image7.png"/><Relationship Id="rId19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6.png"/><Relationship Id="rId1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0" y="0"/>
            <a:ext cx="21441600" cy="25614393"/>
            <a:chOff x="-27818" y="1038"/>
            <a:chExt cx="21441600" cy="25614393"/>
          </a:xfrm>
          <a:solidFill>
            <a:srgbClr val="94C91D"/>
          </a:solidFill>
        </p:grpSpPr>
        <p:sp>
          <p:nvSpPr>
            <p:cNvPr id="2" name="Rectangle 1"/>
            <p:cNvSpPr/>
            <p:nvPr/>
          </p:nvSpPr>
          <p:spPr bwMode="auto">
            <a:xfrm>
              <a:off x="-27818" y="1038"/>
              <a:ext cx="21360576" cy="1957355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48449" tIns="24225" rIns="48449" bIns="24225" numCol="1" rtlCol="0" anchor="ctr" anchorCtr="0" compatLnSpc="1">
              <a:prstTxWarp prst="textNoShape">
                <a:avLst/>
              </a:prstTxWarp>
            </a:bodyPr>
            <a:lstStyle/>
            <a:p>
              <a:pPr defTabSz="1564367"/>
              <a:r>
                <a:rPr lang="en-US" sz="3497" b="1" dirty="0">
                  <a:solidFill>
                    <a:schemeClr val="bg1"/>
                  </a:solidFill>
                  <a:latin typeface="+mn-lt"/>
                  <a:cs typeface="Times New Roman" panose="02020603050405020304" pitchFamily="18" charset="0"/>
                </a:rPr>
                <a:t> </a:t>
              </a:r>
            </a:p>
            <a:p>
              <a:pPr defTabSz="1564367"/>
              <a:r>
                <a:rPr lang="en-US" sz="3497" b="1" dirty="0">
                  <a:solidFill>
                    <a:schemeClr val="bg1"/>
                  </a:solidFill>
                  <a:latin typeface="+mn-lt"/>
                  <a:cs typeface="Times New Roman" panose="02020603050405020304" pitchFamily="18" charset="0"/>
                </a:rPr>
                <a:t>Robust Control Systems for Quadrotors</a:t>
              </a:r>
            </a:p>
            <a:p>
              <a:pPr defTabSz="1564367"/>
              <a:r>
                <a:rPr lang="en-US" sz="2861" b="1" i="1" dirty="0">
                  <a:solidFill>
                    <a:schemeClr val="bg1"/>
                  </a:solidFill>
                  <a:latin typeface="+mn-lt"/>
                  <a:cs typeface="Times New Roman" panose="02020603050405020304" pitchFamily="18" charset="0"/>
                </a:rPr>
                <a:t>Name:  Yash Dadheech			Roll No: 22BCP309</a:t>
              </a:r>
            </a:p>
            <a:p>
              <a:pPr defTabSz="1564367"/>
              <a:r>
                <a:rPr lang="en-US" sz="2861" b="1" i="1" dirty="0">
                  <a:solidFill>
                    <a:schemeClr val="bg1"/>
                  </a:solidFill>
                  <a:latin typeface="+mn-lt"/>
                  <a:cs typeface="Times New Roman" panose="02020603050405020304" pitchFamily="18" charset="0"/>
                </a:rPr>
                <a:t>Name of Supervisor: Dr. Kiran Kumari (IISc) &amp; Dr. Rajendra Choudhary</a:t>
              </a:r>
            </a:p>
            <a:p>
              <a:pPr defTabSz="1564367"/>
              <a:r>
                <a:rPr lang="en-US" sz="2861" b="1" i="1" dirty="0">
                  <a:solidFill>
                    <a:schemeClr val="bg1"/>
                  </a:solidFill>
                  <a:latin typeface="+mn-lt"/>
                  <a:cs typeface="Times New Roman" panose="02020603050405020304" pitchFamily="18" charset="0"/>
                </a:rPr>
                <a:t>Department of Computer Science &amp; Engineering, SOT,PDEU</a:t>
              </a:r>
            </a:p>
            <a:p>
              <a:pPr defTabSz="1564367"/>
              <a:endParaRPr lang="en-US" sz="2861" b="1" i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endParaRPr>
            </a:p>
            <a:p>
              <a:pPr defTabSz="1564367"/>
              <a:endParaRPr lang="en-US" sz="2861" b="1" i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endParaRPr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0" y="17008767"/>
              <a:ext cx="21388388" cy="56521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3073" b="1" dirty="0">
                  <a:solidFill>
                    <a:schemeClr val="bg1"/>
                  </a:solidFill>
                  <a:latin typeface="+mn-lt"/>
                  <a:cs typeface="Times New Roman" panose="02020603050405020304" pitchFamily="18" charset="0"/>
                </a:rPr>
                <a:t>Expected Results</a:t>
              </a: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-25402" y="6695045"/>
              <a:ext cx="21401086" cy="56521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3073" b="1" dirty="0">
                  <a:solidFill>
                    <a:schemeClr val="bg1"/>
                  </a:solidFill>
                  <a:latin typeface="+mn-lt"/>
                  <a:cs typeface="Times New Roman" panose="02020603050405020304" pitchFamily="18" charset="0"/>
                </a:rPr>
                <a:t>Methodology</a:t>
              </a:r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9963707" y="25050211"/>
              <a:ext cx="11450075" cy="56521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3073" b="1" dirty="0">
                  <a:solidFill>
                    <a:schemeClr val="bg1"/>
                  </a:solidFill>
                  <a:latin typeface="+mn-lt"/>
                  <a:cs typeface="Times New Roman" panose="02020603050405020304" pitchFamily="18" charset="0"/>
                </a:rPr>
                <a:t>References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-2" y="25050213"/>
              <a:ext cx="11904023" cy="565218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3073" b="1" dirty="0">
                  <a:solidFill>
                    <a:schemeClr val="bg1"/>
                  </a:solidFill>
                  <a:latin typeface="+mn-lt"/>
                  <a:cs typeface="Times New Roman" panose="02020603050405020304" pitchFamily="18" charset="0"/>
                </a:rPr>
                <a:t>Outcomes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0747657" y="2102269"/>
              <a:ext cx="10638313" cy="56521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3073" b="1" dirty="0">
                  <a:solidFill>
                    <a:schemeClr val="bg1"/>
                  </a:solidFill>
                  <a:latin typeface="+mn-lt"/>
                  <a:cs typeface="Times New Roman" panose="02020603050405020304" pitchFamily="18" charset="0"/>
                </a:rPr>
                <a:t>Objective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-25396" y="2102271"/>
              <a:ext cx="10789920" cy="565218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3073" b="1" dirty="0">
                  <a:solidFill>
                    <a:schemeClr val="bg1"/>
                  </a:solidFill>
                  <a:latin typeface="+mn-lt"/>
                  <a:cs typeface="Times New Roman" panose="02020603050405020304" pitchFamily="18" charset="0"/>
                </a:rPr>
                <a:t>Brief Motivation</a:t>
              </a:r>
            </a:p>
          </p:txBody>
        </p:sp>
      </p:grp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526" y="114677"/>
            <a:ext cx="2100698" cy="1711576"/>
          </a:xfrm>
          <a:prstGeom prst="rect">
            <a:avLst/>
          </a:prstGeom>
        </p:spPr>
      </p:pic>
      <p:cxnSp>
        <p:nvCxnSpPr>
          <p:cNvPr id="4" name="Straight Connector 3"/>
          <p:cNvCxnSpPr/>
          <p:nvPr/>
        </p:nvCxnSpPr>
        <p:spPr>
          <a:xfrm>
            <a:off x="10266537" y="2724638"/>
            <a:ext cx="0" cy="3672000"/>
          </a:xfrm>
          <a:prstGeom prst="line">
            <a:avLst/>
          </a:prstGeom>
          <a:ln w="25400">
            <a:solidFill>
              <a:srgbClr val="94C91D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756B29D-5BC1-0DDD-8252-3B7725764891}"/>
              </a:ext>
            </a:extLst>
          </p:cNvPr>
          <p:cNvCxnSpPr>
            <a:cxnSpLocks/>
          </p:cNvCxnSpPr>
          <p:nvPr/>
        </p:nvCxnSpPr>
        <p:spPr>
          <a:xfrm>
            <a:off x="10296874" y="25922799"/>
            <a:ext cx="0" cy="3829139"/>
          </a:xfrm>
          <a:prstGeom prst="line">
            <a:avLst/>
          </a:prstGeom>
          <a:ln w="25400">
            <a:solidFill>
              <a:srgbClr val="94C91D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75528" y="40707"/>
            <a:ext cx="1875939" cy="1875939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10458067" y="25922799"/>
            <a:ext cx="10693400" cy="3816429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Kumar, S., Yesmin, A., Tripathy, T., Sinha, A., &amp; Guha, A. (2025, December). Disturbance Analysis with Super-Twisting Sliding Mode Control for UAVs. In 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 Eleventh Indian Control Conference (ICC)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(pp. 660-665). IEEE.</a:t>
            </a:r>
            <a:endParaRPr lang="en-IN" sz="22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Yesmin, A., &amp; Sinha, A. (2025). Sliding Mode Controller for Quadcopter UAVs: A Comprehensive Survey. 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Drones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(9), 625.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https://doi.org/10.3390/drones9090625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Yesmin, A., Kumari, K., Borkar, A. V., Sinha, A., &amp; Arya, H. (2022). Software-In-The-Loop validation of super twisting based sliding mode control for quadcopters. 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IFAC-</a:t>
            </a:r>
            <a:r>
              <a:rPr 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PapersOnLine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55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(22), 123-128.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Olguin-Roque, J., Salazar, S., González-Hernandez, I., &amp; Lozano, R. (2023). A robust fixed-time sliding mode control for quadrotor UAV. 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(5), 229.</a:t>
            </a:r>
          </a:p>
          <a:p>
            <a:pPr marL="457200" indent="-457200" algn="just">
              <a:buFont typeface="+mj-lt"/>
              <a:buAutoNum type="arabicPeriod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2"/>
          <p:cNvSpPr>
            <a:spLocks noChangeArrowheads="1"/>
          </p:cNvSpPr>
          <p:nvPr/>
        </p:nvSpPr>
        <p:spPr bwMode="auto">
          <a:xfrm>
            <a:off x="308236" y="2691931"/>
            <a:ext cx="9085588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Quadrotors exhibit highly nonlinear, coupled dynamics making precise control inherently challenging.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conventional control strategies struggle to achieve accurate and stable trajectory tracking under real-world disturbances and uncertainties.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advanced control syste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design to improve performance, stability, and responsiveness.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Address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ing this challenge is essential for enabling reliable deployment of quadrotors in applications such as surveillance, mapping, and aerial robotics.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3"/>
          <p:cNvSpPr>
            <a:spLocks noChangeArrowheads="1"/>
          </p:cNvSpPr>
          <p:nvPr/>
        </p:nvSpPr>
        <p:spPr bwMode="auto">
          <a:xfrm>
            <a:off x="10792342" y="2197976"/>
            <a:ext cx="10220570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 control system for quadrotors that ensures stable flight under nonlinear dynamics.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develop control strategies for accu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rate trajectory tracking.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the designed controller in a simulation environment.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the performance of the controller under disturbances and uncertainties.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evaluate tracking accuracy, stability, and response characteristics.</a:t>
            </a:r>
          </a:p>
        </p:txBody>
      </p:sp>
      <p:sp>
        <p:nvSpPr>
          <p:cNvPr id="25" name="Rectangle 7"/>
          <p:cNvSpPr>
            <a:spLocks noChangeArrowheads="1"/>
          </p:cNvSpPr>
          <p:nvPr/>
        </p:nvSpPr>
        <p:spPr bwMode="auto">
          <a:xfrm>
            <a:off x="610685" y="25602993"/>
            <a:ext cx="9247247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Understand  nonlinear dynamics and control challenges associated with quadrotor systems.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control strategies (SMC and ST -SMC) for trajectory tracking and stabilization.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 quadrotor models and controllers in simulation using MATLAB.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the effectiveness of different control approaches through simulation results.</a:t>
            </a:r>
            <a:endParaRPr kumimoji="0" lang="en-US" altLang="en-US" sz="2800" b="1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347751" y="114677"/>
            <a:ext cx="1770039" cy="156966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+mn-lt"/>
              </a:rPr>
              <a:t>Put SDG Goal Logo as per your work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043CACB-DB85-51E1-0850-D45630C8FB1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2586" y="98492"/>
            <a:ext cx="1760368" cy="176036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2A73DFB-FD93-BF97-000F-F3B1DBB46DA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372" y="7403102"/>
            <a:ext cx="8483186" cy="511684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542D8F0-98FD-2E94-43B1-33274CAC687A}"/>
              </a:ext>
            </a:extLst>
          </p:cNvPr>
          <p:cNvSpPr txBox="1"/>
          <p:nvPr/>
        </p:nvSpPr>
        <p:spPr>
          <a:xfrm>
            <a:off x="9631876" y="12420600"/>
            <a:ext cx="47011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Fig.: Control System Design Block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477771D-44D6-8BFC-6C02-769B61F2865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508" y="7618849"/>
            <a:ext cx="6721391" cy="4713341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0F639249-BDA9-8837-388A-B636D986AE69}"/>
              </a:ext>
            </a:extLst>
          </p:cNvPr>
          <p:cNvSpPr txBox="1"/>
          <p:nvPr/>
        </p:nvSpPr>
        <p:spPr>
          <a:xfrm>
            <a:off x="2834971" y="12458700"/>
            <a:ext cx="21786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Fig.: Workflow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9EE2BA85-4243-2C6B-940A-E159FE11CC5D}"/>
              </a:ext>
            </a:extLst>
          </p:cNvPr>
          <p:cNvGrpSpPr/>
          <p:nvPr/>
        </p:nvGrpSpPr>
        <p:grpSpPr>
          <a:xfrm>
            <a:off x="343985" y="13335000"/>
            <a:ext cx="9418940" cy="3036307"/>
            <a:chOff x="229685" y="13106400"/>
            <a:chExt cx="9418940" cy="303630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F60D5F41-90E1-A546-A89A-25F1ECEBF38A}"/>
                    </a:ext>
                  </a:extLst>
                </p:cNvPr>
                <p:cNvSpPr txBox="1"/>
                <p:nvPr/>
              </p:nvSpPr>
              <p:spPr>
                <a:xfrm>
                  <a:off x="663985" y="14135100"/>
                  <a:ext cx="8768554" cy="64633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2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acc>
                          <m:accPr>
                            <m:chr m:val="̈"/>
                            <m:ctrlPr>
                              <a:rPr lang="en-US" sz="4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2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  <m:r>
                          <a:rPr lang="en-US" sz="42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42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d>
                          <m:dPr>
                            <m:ctrlPr>
                              <a:rPr lang="en-US" sz="4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4200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  <m:r>
                              <a:rPr lang="en-US" sz="4200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sz="42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sz="4200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sz="4200" b="0" i="1" smtClean="0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</m:d>
                        <m:sSup>
                          <m:sSupPr>
                            <m:ctrlPr>
                              <a:rPr lang="en-US" sz="4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4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4200" b="0" i="1" smtClean="0">
                                    <a:latin typeface="Cambria Math" panose="02040503050406030204" pitchFamily="18" charset="0"/>
                                  </a:rPr>
                                  <m:t>0 0 </m:t>
                                </m:r>
                                <m:r>
                                  <a:rPr lang="en-US" sz="42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</m:d>
                          </m:e>
                          <m:sup>
                            <m:r>
                              <a:rPr lang="en-US" sz="42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sz="4200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sSup>
                          <m:sSupPr>
                            <m:ctrlPr>
                              <a:rPr lang="en-US" sz="4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4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4200" b="0" i="1" smtClean="0">
                                    <a:latin typeface="Cambria Math" panose="02040503050406030204" pitchFamily="18" charset="0"/>
                                  </a:rPr>
                                  <m:t>0 0 </m:t>
                                </m:r>
                                <m:r>
                                  <a:rPr lang="en-US" sz="4200" b="0" i="1" smtClean="0">
                                    <a:latin typeface="Cambria Math" panose="02040503050406030204" pitchFamily="18" charset="0"/>
                                  </a:rPr>
                                  <m:t>𝑚𝑔</m:t>
                                </m:r>
                              </m:e>
                            </m:d>
                          </m:e>
                          <m:sup>
                            <m:r>
                              <a:rPr lang="en-US" sz="42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oMath>
                    </m:oMathPara>
                  </a14:m>
                  <a:endParaRPr lang="en-US" sz="4200" dirty="0"/>
                </a:p>
              </p:txBody>
            </p:sp>
          </mc:Choice>
          <mc:Fallback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F60D5F41-90E1-A546-A89A-25F1ECEBF3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3985" y="14135100"/>
                  <a:ext cx="8768554" cy="64633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D04F0F6A-4FC7-B2EE-C929-524379693A37}"/>
                    </a:ext>
                  </a:extLst>
                </p:cNvPr>
                <p:cNvSpPr txBox="1"/>
                <p:nvPr/>
              </p:nvSpPr>
              <p:spPr>
                <a:xfrm>
                  <a:off x="2896830" y="15179040"/>
                  <a:ext cx="4455259" cy="64633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2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  <m:acc>
                          <m:accPr>
                            <m:chr m:val="̇"/>
                            <m:ctrlPr>
                              <a:rPr lang="en-US" sz="4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200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</m:acc>
                        <m:r>
                          <a:rPr lang="en-US" sz="4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42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sz="4200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d>
                          <m:dPr>
                            <m:ctrlPr>
                              <a:rPr lang="en-US" sz="4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42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  <m:r>
                              <a:rPr lang="en-US" sz="4200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</m:d>
                        <m:r>
                          <a:rPr lang="en-US" sz="42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4200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oMath>
                    </m:oMathPara>
                  </a14:m>
                  <a:endParaRPr lang="en-US" sz="4200" dirty="0"/>
                </a:p>
              </p:txBody>
            </p:sp>
          </mc:Choice>
          <mc:Fallback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D04F0F6A-4FC7-B2EE-C929-524379693A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96830" y="15179040"/>
                  <a:ext cx="4455259" cy="646331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28690E11-03CA-066E-A91C-B0824FF9EF8D}"/>
                </a:ext>
              </a:extLst>
            </p:cNvPr>
            <p:cNvSpPr/>
            <p:nvPr/>
          </p:nvSpPr>
          <p:spPr>
            <a:xfrm>
              <a:off x="229685" y="13106400"/>
              <a:ext cx="9418940" cy="303630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5BE5E03-C5E7-34A4-E42A-5FC12AE2405B}"/>
                </a:ext>
              </a:extLst>
            </p:cNvPr>
            <p:cNvSpPr txBox="1"/>
            <p:nvPr/>
          </p:nvSpPr>
          <p:spPr>
            <a:xfrm>
              <a:off x="1087075" y="13106400"/>
              <a:ext cx="7807457" cy="6771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Translational and Rotational Dynamics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FFD6BBA0-2B70-5C99-EF83-6D26B30F912A}"/>
              </a:ext>
            </a:extLst>
          </p:cNvPr>
          <p:cNvGrpSpPr/>
          <p:nvPr/>
        </p:nvGrpSpPr>
        <p:grpSpPr>
          <a:xfrm>
            <a:off x="10458067" y="13343071"/>
            <a:ext cx="10125258" cy="3036307"/>
            <a:chOff x="10458067" y="13190671"/>
            <a:chExt cx="10125258" cy="303630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5DA3A32C-461C-46BB-F64B-793EAD11E200}"/>
                    </a:ext>
                  </a:extLst>
                </p:cNvPr>
                <p:cNvSpPr txBox="1"/>
                <p:nvPr/>
              </p:nvSpPr>
              <p:spPr>
                <a:xfrm>
                  <a:off x="10568579" y="14188440"/>
                  <a:ext cx="2599173" cy="68397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42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acc>
                          <m:accPr>
                            <m:chr m:val="̇"/>
                            <m:ctrlPr>
                              <a:rPr lang="en-US" sz="4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2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  <m:r>
                              <a:rPr lang="en-US" sz="42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4200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</m:acc>
                        <m:r>
                          <a:rPr lang="en-US" sz="42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oMath>
                    </m:oMathPara>
                  </a14:m>
                  <a:endParaRPr lang="en-US" sz="4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5DA3A32C-461C-46BB-F64B-793EAD11E2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68579" y="14188440"/>
                  <a:ext cx="2599173" cy="68397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854659AE-404F-0E97-13ED-48ED60ECBDDF}"/>
                    </a:ext>
                  </a:extLst>
                </p:cNvPr>
                <p:cNvSpPr txBox="1"/>
                <p:nvPr/>
              </p:nvSpPr>
              <p:spPr>
                <a:xfrm>
                  <a:off x="10473816" y="14950440"/>
                  <a:ext cx="3779304" cy="64633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2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4200" b="0" i="1" smtClean="0">
                            <a:latin typeface="Cambria Math" panose="02040503050406030204" pitchFamily="18" charset="0"/>
                          </a:rPr>
                          <m:t>=−</m:t>
                        </m:r>
                        <m:r>
                          <a:rPr lang="en-US" sz="42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4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4200" b="0" i="1" smtClean="0">
                            <a:latin typeface="Cambria Math" panose="02040503050406030204" pitchFamily="18" charset="0"/>
                          </a:rPr>
                          <m:t>𝑠𝑖𝑔𝑛</m:t>
                        </m:r>
                        <m:r>
                          <a:rPr lang="en-US" sz="4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4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4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4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854659AE-404F-0E97-13ED-48ED60ECBD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73816" y="14950440"/>
                  <a:ext cx="3779304" cy="646331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236F8EB8-69EF-07AE-2DE3-84C79E3E0E49}"/>
                    </a:ext>
                  </a:extLst>
                </p:cNvPr>
                <p:cNvSpPr txBox="1"/>
                <p:nvPr/>
              </p:nvSpPr>
              <p:spPr>
                <a:xfrm>
                  <a:off x="14854935" y="13921740"/>
                  <a:ext cx="5685082" cy="93660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2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4200" b="0" i="1" smtClean="0">
                            <a:latin typeface="Cambria Math" panose="02040503050406030204" pitchFamily="18" charset="0"/>
                          </a:rPr>
                          <m:t>=−</m:t>
                        </m:r>
                        <m:sSub>
                          <m:sSubPr>
                            <m:ctrlPr>
                              <a:rPr lang="en-US" sz="4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2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sz="4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sSupPr>
                            <m:ctrlPr>
                              <a:rPr lang="en-US" sz="4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4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42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</m:e>
                          <m:sup>
                            <m:f>
                              <m:fPr>
                                <m:ctrlPr>
                                  <a:rPr lang="en-US" sz="4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4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4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  <m:r>
                          <a:rPr lang="en-US" sz="4200" i="1">
                            <a:latin typeface="Cambria Math" panose="02040503050406030204" pitchFamily="18" charset="0"/>
                          </a:rPr>
                          <m:t>𝑠𝑖𝑔𝑛</m:t>
                        </m:r>
                        <m:d>
                          <m:dPr>
                            <m:ctrlPr>
                              <a:rPr lang="en-US" sz="4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42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en-US" sz="4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42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sz="4200" b="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236F8EB8-69EF-07AE-2DE3-84C79E3E0E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854935" y="13921740"/>
                  <a:ext cx="5685082" cy="936603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5D0D90E8-19A3-9510-0805-DCA74CC5B594}"/>
                    </a:ext>
                  </a:extLst>
                </p:cNvPr>
                <p:cNvSpPr txBox="1"/>
                <p:nvPr/>
              </p:nvSpPr>
              <p:spPr>
                <a:xfrm>
                  <a:off x="15604575" y="14912340"/>
                  <a:ext cx="3880999" cy="64633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2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4200" b="0" i="1" smtClean="0">
                            <a:latin typeface="Cambria Math" panose="02040503050406030204" pitchFamily="18" charset="0"/>
                          </a:rPr>
                          <m:t>=−</m:t>
                        </m:r>
                        <m:sSub>
                          <m:sSubPr>
                            <m:ctrlPr>
                              <a:rPr lang="en-US" sz="4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2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sz="4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4200" b="0" i="1" smtClean="0">
                            <a:latin typeface="Cambria Math" panose="02040503050406030204" pitchFamily="18" charset="0"/>
                          </a:rPr>
                          <m:t>𝑠𝑖𝑔𝑛</m:t>
                        </m:r>
                        <m:r>
                          <a:rPr lang="en-US" sz="4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4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4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4200" b="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5D0D90E8-19A3-9510-0805-DCA74CC5B5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604575" y="14912340"/>
                  <a:ext cx="3880999" cy="646331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FE33A81-F6D1-017E-B9A6-288C1CEDE5D6}"/>
                </a:ext>
              </a:extLst>
            </p:cNvPr>
            <p:cNvSpPr txBox="1"/>
            <p:nvPr/>
          </p:nvSpPr>
          <p:spPr>
            <a:xfrm>
              <a:off x="11486497" y="13220700"/>
              <a:ext cx="8039830" cy="6771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Super Twisting Sliding Mode Controller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1B5D1AA6-626C-F249-4EC2-5872D20438EB}"/>
                </a:ext>
              </a:extLst>
            </p:cNvPr>
            <p:cNvSpPr/>
            <p:nvPr/>
          </p:nvSpPr>
          <p:spPr>
            <a:xfrm>
              <a:off x="10458067" y="13190671"/>
              <a:ext cx="10125258" cy="303630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41" name="Picture 40">
            <a:extLst>
              <a:ext uri="{FF2B5EF4-FFF2-40B4-BE49-F238E27FC236}">
                <a16:creationId xmlns:a16="http://schemas.microsoft.com/office/drawing/2014/main" id="{06157A98-4DBB-862B-4813-04040C48F31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77561" y="8079302"/>
            <a:ext cx="9651721" cy="3780945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ADFA6DD5-F050-1AE4-18B9-C2903909B663}"/>
              </a:ext>
            </a:extLst>
          </p:cNvPr>
          <p:cNvSpPr txBox="1"/>
          <p:nvPr/>
        </p:nvSpPr>
        <p:spPr>
          <a:xfrm>
            <a:off x="16451751" y="12420600"/>
            <a:ext cx="41297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Fig.: Quadrotor configuration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221B3244-AF07-90A2-6CF4-D2C0844317CA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6453" y="17633480"/>
            <a:ext cx="5333333" cy="40000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6101CA2B-71C8-4826-9DB6-53BCE623D672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8896" y="21045835"/>
            <a:ext cx="6411209" cy="3349189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8B85E6D3-C8EE-EAD9-7264-3DB68305D16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2692" y="20720429"/>
            <a:ext cx="5333333" cy="40000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983EC81D-C4F4-F6D8-34F2-3D0BA5DC9935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76" y="18048899"/>
            <a:ext cx="5964762" cy="3115967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2F7CB7C8-8DC0-A87F-FA8B-F8015D7241DB}"/>
              </a:ext>
            </a:extLst>
          </p:cNvPr>
          <p:cNvSpPr txBox="1"/>
          <p:nvPr/>
        </p:nvSpPr>
        <p:spPr>
          <a:xfrm>
            <a:off x="7387902" y="20364450"/>
            <a:ext cx="32074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Fig.: Attitude Tracking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9C178BD-8068-7E3D-3534-1D7BE07FE84F}"/>
              </a:ext>
            </a:extLst>
          </p:cNvPr>
          <p:cNvSpPr txBox="1"/>
          <p:nvPr/>
        </p:nvSpPr>
        <p:spPr>
          <a:xfrm>
            <a:off x="1701090" y="21316950"/>
            <a:ext cx="31891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Fig.: Position Tracking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D72D8B7-941F-DBDC-0C47-5C3F9A923D49}"/>
              </a:ext>
            </a:extLst>
          </p:cNvPr>
          <p:cNvSpPr txBox="1"/>
          <p:nvPr/>
        </p:nvSpPr>
        <p:spPr>
          <a:xfrm>
            <a:off x="12571013" y="21793200"/>
            <a:ext cx="26329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Fig.:3D Trajectory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55BF005-86E6-06FF-2923-5DE299BA9136}"/>
              </a:ext>
            </a:extLst>
          </p:cNvPr>
          <p:cNvSpPr txBox="1"/>
          <p:nvPr/>
        </p:nvSpPr>
        <p:spPr>
          <a:xfrm>
            <a:off x="17570021" y="20345400"/>
            <a:ext cx="23503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Fig.: Error Plots</a:t>
            </a:r>
          </a:p>
        </p:txBody>
      </p:sp>
    </p:spTree>
    <p:extLst>
      <p:ext uri="{BB962C8B-B14F-4D97-AF65-F5344CB8AC3E}">
        <p14:creationId xmlns:p14="http://schemas.microsoft.com/office/powerpoint/2010/main" val="3793090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6044</TotalTime>
  <Words>491</Words>
  <Application>Microsoft Office PowerPoint</Application>
  <PresentationFormat>Custom</PresentationFormat>
  <Paragraphs>47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</vt:vector>
  </TitlesOfParts>
  <Company>MegaPrint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70x100 cm vertical poster template</dc:title>
  <dc:creator>Ethan Shulda</dc:creator>
  <dc:description>©MegaPrint Inc. 2009</dc:description>
  <cp:lastModifiedBy>Yash Dadheech</cp:lastModifiedBy>
  <cp:revision>175</cp:revision>
  <dcterms:created xsi:type="dcterms:W3CDTF">2008-12-04T00:20:37Z</dcterms:created>
  <dcterms:modified xsi:type="dcterms:W3CDTF">2026-04-11T07:03:00Z</dcterms:modified>
</cp:coreProperties>
</file>